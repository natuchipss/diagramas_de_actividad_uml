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ld Standard TT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13" Type="http://schemas.openxmlformats.org/officeDocument/2006/relationships/font" Target="fonts/OldStandardTT-italic.fntdata"/><Relationship Id="rId12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57f54d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257f54d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57f54d3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57f54d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57f54d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257f54d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57f54d3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57f54d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530471"/>
            <a:ext cx="8520600" cy="11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000"/>
              <a:t>Proceso de Inscripción Intersemestral – Propuesta de Mejora</a:t>
            </a:r>
            <a:endParaRPr sz="64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591450" y="3195300"/>
            <a:ext cx="6223200" cy="9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lt1"/>
                </a:solidFill>
              </a:rPr>
              <a:t>Nombre:</a:t>
            </a:r>
            <a:r>
              <a:rPr lang="es" sz="1600">
                <a:solidFill>
                  <a:schemeClr val="lt1"/>
                </a:solidFill>
              </a:rPr>
              <a:t> Natalia Salcedo Ortega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lt1"/>
                </a:solidFill>
              </a:rPr>
              <a:t>Programa:</a:t>
            </a:r>
            <a:r>
              <a:rPr lang="es" sz="1600">
                <a:solidFill>
                  <a:schemeClr val="lt1"/>
                </a:solidFill>
              </a:rPr>
              <a:t> Ingeniería de Software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lt1"/>
                </a:solidFill>
              </a:rPr>
              <a:t>Fecha:</a:t>
            </a:r>
            <a:r>
              <a:rPr lang="es" sz="1600">
                <a:solidFill>
                  <a:schemeClr val="lt1"/>
                </a:solidFill>
              </a:rPr>
              <a:t> </a:t>
            </a:r>
            <a:r>
              <a:rPr i="1" lang="es" sz="1600">
                <a:solidFill>
                  <a:schemeClr val="lt1"/>
                </a:solidFill>
              </a:rPr>
              <a:t>11 de noviembre del 2025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25925" y="0"/>
            <a:ext cx="8968500" cy="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720"/>
              <a:t>Proceso Actual (AS-IS)</a:t>
            </a:r>
            <a:endParaRPr b="1" sz="1720"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87825" y="405300"/>
            <a:ext cx="8613600" cy="3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5221">
                <a:solidFill>
                  <a:schemeClr val="dk1"/>
                </a:solidFill>
              </a:rPr>
              <a:t>Resumen del proceso actual:</a:t>
            </a:r>
            <a:endParaRPr b="1"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El estudiante ingresa al sistema e intenta inscribirse.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Se revisan requisitos manualmente.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El estudiante genera el recibo de pago.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Tesorería confirma el pago de forma manual.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Coordinación académica valida cupos y registra la inscripción.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s" sz="5221">
                <a:solidFill>
                  <a:schemeClr val="dk1"/>
                </a:solidFill>
              </a:rPr>
              <a:t>Problemas identificados:</a:t>
            </a:r>
            <a:endParaRPr b="1"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Validación de requisitos lenta y manual.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Doble verificación de información.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Confirmaciones de pago tardías.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Riesgo de errores por manipulación manual.</a:t>
            </a:r>
            <a:br>
              <a:rPr lang="es" sz="5221">
                <a:solidFill>
                  <a:schemeClr val="dk1"/>
                </a:solidFill>
              </a:rPr>
            </a:br>
            <a:endParaRPr sz="5221">
              <a:solidFill>
                <a:schemeClr val="dk1"/>
              </a:solidFill>
            </a:endParaRPr>
          </a:p>
          <a:p>
            <a:pPr indent="-31149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5221">
                <a:solidFill>
                  <a:schemeClr val="dk1"/>
                </a:solidFill>
              </a:rPr>
              <a:t>Falta de notificaciones automáticas al estudiante.</a:t>
            </a:r>
            <a:endParaRPr sz="522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0" y="-5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920"/>
              <a:t> </a:t>
            </a:r>
            <a:r>
              <a:rPr b="1" lang="es" sz="1820"/>
              <a:t>Proceso Optimizado (TO-BE)</a:t>
            </a:r>
            <a:endParaRPr b="1" sz="1820"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62000" y="986725"/>
            <a:ext cx="8716800" cy="4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</a:rPr>
              <a:t>Mejoras implementadas en el proceso: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Validación automática de requisitos </a:t>
            </a:r>
            <a:r>
              <a:rPr lang="es" sz="1400">
                <a:solidFill>
                  <a:schemeClr val="dk1"/>
                </a:solidFill>
              </a:rPr>
              <a:t>desde</a:t>
            </a:r>
            <a:r>
              <a:rPr lang="es" sz="1400">
                <a:solidFill>
                  <a:schemeClr val="dk1"/>
                </a:solidFill>
              </a:rPr>
              <a:t> el inicio.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Integración entre el sistema académico y Tesorería para confirmar pagos automáticamente.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Eliminación de pasos duplicados en la revisión de datos.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Validación de cupos en tiempo real.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Notificaciones automáticas por correo y sistema en cada etapa.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Reducción de pasos innecesarios para el estudiante.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/>
              <a:t>Comparativo: Antes vs Después</a:t>
            </a:r>
            <a:endParaRPr b="1" sz="1420"/>
          </a:p>
        </p:txBody>
      </p:sp>
      <p:pic>
        <p:nvPicPr>
          <p:cNvPr id="78" name="Google Shape;78;p16" title="ChatGPT Image 11 nov 2025, 09_19_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425" y="572700"/>
            <a:ext cx="6611151" cy="440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/>
              <a:t>Conclusiones y Beneficios</a:t>
            </a:r>
            <a:endParaRPr b="1" sz="1820"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270400" y="798800"/>
            <a:ext cx="8520600" cy="46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</a:rPr>
              <a:t>Conclusiones:</a:t>
            </a:r>
            <a:br>
              <a:rPr b="1" lang="es" sz="1400">
                <a:solidFill>
                  <a:schemeClr val="dk1"/>
                </a:solidFill>
              </a:rPr>
            </a:br>
            <a:r>
              <a:rPr lang="es" sz="1400">
                <a:solidFill>
                  <a:schemeClr val="dk1"/>
                </a:solidFill>
              </a:rPr>
              <a:t> El rediseño del proceso mejora la eficiencia, reduce los tiempos y disminuye los errores.</a:t>
            </a:r>
            <a:br>
              <a:rPr lang="es" sz="1400">
                <a:solidFill>
                  <a:schemeClr val="dk1"/>
                </a:solidFill>
              </a:rPr>
            </a:br>
            <a:r>
              <a:rPr lang="es" sz="1400">
                <a:solidFill>
                  <a:schemeClr val="dk1"/>
                </a:solidFill>
              </a:rPr>
              <a:t> El flujo TO-BE hace que el proceso sea más ágil, claro y automatizado.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</a:rPr>
              <a:t>Beneficios del proceso optimizado: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Reducción de tiempos administrativos.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Menor carga de trabajo para Coordinación y Tesorería.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Mayor precisión en validaciones y registros.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Mejor experiencia para el estudiante.</a:t>
            </a:r>
            <a:br>
              <a:rPr lang="es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chemeClr val="dk1"/>
                </a:solidFill>
              </a:rPr>
              <a:t>Transparencia en el estado de su inscripción.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